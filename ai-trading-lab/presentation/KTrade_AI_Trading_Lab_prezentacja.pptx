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KTrade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94360" y="1261872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</a:rPr>
              <a:t>AI Trading Lab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21792" y="202996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Środowisko demo: 100 agentów, ETHUSDT, dane publiczne, paper trading.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2907792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111C33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907792"/>
            <a:ext cx="73152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054096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 pokazujemy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364992"/>
            <a:ext cx="307238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</a:rPr>
              <a:t>Jak platforma pobiera dane, generuje sygnały i pokazuje wynik bez składania realnych zleceń.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4315968" y="2907792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111C33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15968" y="2907792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3054096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Status bezpieczeństwa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0" y="3364992"/>
            <a:ext cx="307238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</a:rPr>
              <a:t>Na tym etapie nie ma kluczy giełdowych, nie ma depozytu i nie ma automatycznego handlu realnymi pieniędzmi.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7973568" y="2907792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111C33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73568" y="2907792"/>
            <a:ext cx="73152" cy="1143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3054096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Cel rozmowy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38160" y="3364992"/>
            <a:ext cx="307238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</a:rPr>
              <a:t>Pokazać koncepcję i zebrać decyzje: dane, ryzyko, interfejs, kierunek rozwoju.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640080" y="619963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Demo lokalne: http://127.0.0.1:8765/latest.html   Login: KTrade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Czy platforma pobiera dane?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21208" y="6583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Tak. Pobiera publiczne dane rynkowe i używa ich do symulacji decyzji.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2432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111C33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325880"/>
            <a:ext cx="73152" cy="1234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72184"/>
            <a:ext cx="311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Źródło danych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" y="1783080"/>
            <a:ext cx="311810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</a:rPr>
              <a:t>Binance Spot public API: endpoint klines. Nie wymaga loginu ani kluczy API.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4343400" y="132588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111C33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325880"/>
            <a:ext cx="73152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1472184"/>
            <a:ext cx="311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Instrument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07992" y="1783080"/>
            <a:ext cx="311810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</a:rPr>
              <a:t>Domyślnie ETHUSDT, interwał 1m, ostatnie 300 świec. Parametry można zmieniać z terminala.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8092440" y="132588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111C33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325880"/>
            <a:ext cx="73152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7032" y="1472184"/>
            <a:ext cx="311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Fallback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57032" y="1783080"/>
            <a:ext cx="311810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</a:rPr>
              <a:t>Jeżeli internet albo API nie odpowie, aplikacja generuje dane syntetyczne, żeby demo nadal działało.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685800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 jest realne: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493008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>
                <a:solidFill>
                  <a:srgbClr val="E5E7EB"/>
                </a:solidFill>
              </a:rPr>
              <a:t>Cena i świece pobierane z publicznego rynku.</a:t>
            </a:r>
            <a:endParaRPr lang="en-US" sz="1200" dirty="0"/>
          </a:p>
          <a:p>
            <a:r>
              <a:rPr lang="en-US" sz="1200" dirty="0">
                <a:solidFill>
                  <a:srgbClr val="E5E7EB"/>
                </a:solidFill>
              </a:rPr>
              <a:t>Ostatnia cena i wykres są z danych świec.</a:t>
            </a:r>
            <a:endParaRPr lang="en-US" sz="1200" dirty="0"/>
          </a:p>
          <a:p>
            <a:r>
              <a:rPr lang="en-US" sz="1200" dirty="0">
                <a:solidFill>
                  <a:srgbClr val="E5E7EB"/>
                </a:solidFill>
              </a:rPr>
              <a:t>Agenci liczą decyzje na tych danych.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 jest symulacją: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3493008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>
                <a:solidFill>
                  <a:srgbClr val="E5E7EB"/>
                </a:solidFill>
              </a:rPr>
              <a:t>Nie ma realnych pozycji na giełdzie.</a:t>
            </a:r>
            <a:endParaRPr lang="en-US" sz="1200" dirty="0"/>
          </a:p>
          <a:p>
            <a:r>
              <a:rPr lang="en-US" sz="1200" dirty="0">
                <a:solidFill>
                  <a:srgbClr val="E5E7EB"/>
                </a:solidFill>
              </a:rPr>
              <a:t>Balance to paper balance.</a:t>
            </a:r>
            <a:endParaRPr lang="en-US" sz="1200" dirty="0"/>
          </a:p>
          <a:p>
            <a:r>
              <a:rPr lang="en-US" sz="1200" dirty="0">
                <a:solidFill>
                  <a:srgbClr val="E5E7EB"/>
                </a:solidFill>
              </a:rPr>
              <a:t>BUY / SELL / HOLD to sygnały testowe, nie zlecenia.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 działa przepływ danych?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21208" y="6583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 publicznych świec do dashboardu z decyzją roju.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2432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01168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111C33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011680"/>
            <a:ext cx="73152" cy="960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2157984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Binance API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" y="2468880"/>
            <a:ext cx="156362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</a:rPr>
              <a:t>świece ETHUSDT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2377440" y="2313432"/>
            <a:ext cx="347472" cy="292608"/>
          </a:xfrm>
          <a:prstGeom prst="rightArrow">
            <a:avLst/>
          </a:prstGeom>
          <a:solidFill>
            <a:srgbClr val="24324D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07208" y="201168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111C33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07208" y="2011680"/>
            <a:ext cx="73152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2157984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Market module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71800" y="2468880"/>
            <a:ext cx="156362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</a:rPr>
              <a:t>normalizacja danych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4681728" y="2313432"/>
            <a:ext cx="347472" cy="292608"/>
          </a:xfrm>
          <a:prstGeom prst="rightArrow">
            <a:avLst/>
          </a:prstGeom>
          <a:solidFill>
            <a:srgbClr val="24324D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11496" y="201168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111C33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11496" y="201168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76088" y="2157984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100 agents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76088" y="2468880"/>
            <a:ext cx="156362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</a:rPr>
              <a:t>strategie i głosy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6986016" y="2313432"/>
            <a:ext cx="347472" cy="292608"/>
          </a:xfrm>
          <a:prstGeom prst="rightArrow">
            <a:avLst/>
          </a:prstGeom>
          <a:solidFill>
            <a:srgbClr val="24324D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15784" y="201168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111C33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15784" y="2011680"/>
            <a:ext cx="73152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0376" y="2157984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Simulator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80376" y="2468880"/>
            <a:ext cx="156362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</a:rPr>
              <a:t>paper PnL i ranking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9290304" y="2313432"/>
            <a:ext cx="347472" cy="292608"/>
          </a:xfrm>
          <a:prstGeom prst="rightArrow">
            <a:avLst/>
          </a:prstGeom>
          <a:solidFill>
            <a:srgbClr val="24324D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20072" y="201168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111C33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20072" y="2011680"/>
            <a:ext cx="73152" cy="960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84664" y="2157984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Dashboard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884664" y="2468880"/>
            <a:ext cx="156362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</a:rPr>
              <a:t>HTML + logowanie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914400" y="416052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Ważne: dashboard nie ma dostępu do giełdowych pieniędzy. To jest warstwa demonstracyjna i badawcza.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agentów: co oni robią?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21208" y="6583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nie jest jeden magiczny sygnał, tylko głosowanie wielu prostych strategii.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2432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111C33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73152" cy="1143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472184"/>
            <a:ext cx="2935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Momentum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" y="1783080"/>
            <a:ext cx="293522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</a:rPr>
              <a:t>kupuje siłę trendu, sprzedaje słabość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4480560" y="132588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111C33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325880"/>
            <a:ext cx="73152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472184"/>
            <a:ext cx="2935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Mean reversion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45152" y="1783080"/>
            <a:ext cx="293522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</a:rPr>
              <a:t>szuka odchylenia od średniej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8275320" y="132588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111C33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325880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9912" y="1472184"/>
            <a:ext cx="2935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Breakout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39912" y="1783080"/>
            <a:ext cx="293522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</a:rPr>
              <a:t>reaguje na wybicie zakresu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2606040" y="297180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111C33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06040" y="2971800"/>
            <a:ext cx="73152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70632" y="3118104"/>
            <a:ext cx="2935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Volume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70632" y="3429000"/>
            <a:ext cx="293522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</a:rPr>
              <a:t>patrzy na wolumen i krótki ruch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6400800" y="297180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111C33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2971800"/>
            <a:ext cx="73152" cy="1143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65392" y="3118104"/>
            <a:ext cx="2935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LSTM proxy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65392" y="3429000"/>
            <a:ext cx="293522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</a:rPr>
              <a:t>lokalny zamiennik logiki sekwencyjnej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960120" y="53035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5E7EB"/>
                </a:solidFill>
              </a:rPr>
              <a:t>Każdy agent ma inne: lookback, próg reakcji, wagę i ryzyko. Potem platforma liczy głosy oraz ranking skuteczności w symulacji.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widzi użytkownik?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21208" y="6583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lokalny z logowaniem.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2432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111C33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234440"/>
            <a:ext cx="73152" cy="1005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380744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Logowanie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" y="1691640"/>
            <a:ext cx="243230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</a:rPr>
              <a:t>KTrade / KTrade2026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3611880" y="123444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111C33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1234440"/>
            <a:ext cx="73152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76472" y="1380744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Sygnał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76472" y="1691640"/>
            <a:ext cx="243230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</a:rPr>
              <a:t>Consensus: BUY / SELL / HOLD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6537960" y="123444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111C33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123444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02552" y="1380744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Rynek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02552" y="1691640"/>
            <a:ext cx="243230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</a:rPr>
              <a:t>Last price + wykres świec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9464040" y="123444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111C33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64040" y="1234440"/>
            <a:ext cx="73152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28632" y="1380744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Ranking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28632" y="1691640"/>
            <a:ext cx="174650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</a:rPr>
              <a:t>Top agents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777240" y="2788920"/>
            <a:ext cx="10652760" cy="2103120"/>
          </a:xfrm>
          <a:prstGeom prst="roundRect">
            <a:avLst>
              <a:gd name="adj" fmla="val 3478"/>
            </a:avLst>
          </a:prstGeom>
          <a:solidFill>
            <a:srgbClr val="0B1220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29718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Przykładowy ekran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05840" y="3401568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3470148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Consensus: HOLD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2788920" y="3401568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88920" y="3470148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ETHUSDT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4572000" y="3401568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3470148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100 agents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1005840" y="4206240"/>
            <a:ext cx="987552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" y="4206240"/>
            <a:ext cx="1371600" cy="-32004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77440" y="3886200"/>
            <a:ext cx="2011680" cy="41148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9120" y="4297680"/>
            <a:ext cx="2286000" cy="-22860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75120" y="4069080"/>
            <a:ext cx="4206240" cy="22860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Czego jeszcze brakuje do wersji produkcyjnej?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21208" y="6583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jest świadomie etap demonstracyjny.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2432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17320"/>
            <a:ext cx="10515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600" dirty="0">
                <a:solidFill>
                  <a:srgbClr val="E5E7EB"/>
                </a:solidFill>
              </a:rPr>
              <a:t>Dziennik decyzji: każde wejście, wyjście, powód i wynik.</a:t>
            </a:r>
            <a:endParaRPr lang="en-US" sz="1600" dirty="0"/>
          </a:p>
          <a:p>
            <a:r>
              <a:rPr lang="en-US" sz="1600" dirty="0">
                <a:solidFill>
                  <a:srgbClr val="E5E7EB"/>
                </a:solidFill>
              </a:rPr>
              <a:t>Backtest na wielu dniach, tygodniach i warunkach rynku.</a:t>
            </a:r>
            <a:endParaRPr lang="en-US" sz="1600" dirty="0"/>
          </a:p>
          <a:p>
            <a:r>
              <a:rPr lang="en-US" sz="1600" dirty="0">
                <a:solidFill>
                  <a:srgbClr val="E5E7EB"/>
                </a:solidFill>
              </a:rPr>
              <a:t>Limity ryzyka: dzienny stop loss, maksymalna pozycja, limit strat serii.</a:t>
            </a:r>
            <a:endParaRPr lang="en-US" sz="1600" dirty="0"/>
          </a:p>
          <a:p>
            <a:r>
              <a:rPr lang="en-US" sz="1600" dirty="0">
                <a:solidFill>
                  <a:srgbClr val="E5E7EB"/>
                </a:solidFill>
              </a:rPr>
              <a:t>Kill switch: ręczne i automatyczne wyłączenie handlu.</a:t>
            </a:r>
            <a:endParaRPr lang="en-US" sz="1600" dirty="0"/>
          </a:p>
          <a:p>
            <a:r>
              <a:rPr lang="en-US" sz="1600" dirty="0">
                <a:solidFill>
                  <a:srgbClr val="E5E7EB"/>
                </a:solidFill>
              </a:rPr>
              <a:t>Oddzielenie paper tradingu od live tradingu.</a:t>
            </a:r>
            <a:endParaRPr lang="en-US" sz="1600" dirty="0"/>
          </a:p>
          <a:p>
            <a:r>
              <a:rPr lang="en-US" sz="1600" dirty="0">
                <a:solidFill>
                  <a:srgbClr val="E5E7EB"/>
                </a:solidFill>
              </a:rPr>
              <a:t>Dopiero na końcu: integracja z giełdą i realnymi zleceniami.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498348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Wniosek dla kolegi: mamy działające demo danych i agentów. Nie udajemy, że to gotowa maszynka do zarabiania. Najpierw mierzymy jakość sygnałów.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 uruchomić demo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21208" y="6583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Komendy dla lokalnego środowiska.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2432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08760"/>
            <a:ext cx="10561320" cy="18288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87452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/Users/karolbohdanowicz/my-ai-agents/ai-trading-lab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run_paper.py --symbol ETHUSDT --interval 1m --agents 100 --limit 300 --serve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388620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111C33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886200"/>
            <a:ext cx="73152" cy="960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4032504"/>
            <a:ext cx="2706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8992" y="4343400"/>
            <a:ext cx="270662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</a:rPr>
              <a:t>http://127.0.0.1:8765/latest.html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4572000" y="388620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111C33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3886200"/>
            <a:ext cx="73152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4032504"/>
            <a:ext cx="2706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Login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36592" y="4343400"/>
            <a:ext cx="270662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</a:rPr>
              <a:t>KTrade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8229600" y="388620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111C33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388620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4032504"/>
            <a:ext cx="2706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Hasło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94192" y="4343400"/>
            <a:ext cx="270662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</a:rPr>
              <a:t>KTrade2026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KTrade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KTrade AI Trading Lab</dc:title>
  <dc:subject>AI Trading Lab presentation</dc:subject>
  <dc:creator>KTrade / Prescot</dc:creator>
  <cp:lastModifiedBy>KTrade / Prescot</cp:lastModifiedBy>
  <cp:revision>1</cp:revision>
  <dcterms:created xsi:type="dcterms:W3CDTF">2026-05-21T10:32:12Z</dcterms:created>
  <dcterms:modified xsi:type="dcterms:W3CDTF">2026-05-21T10:32:12Z</dcterms:modified>
</cp:coreProperties>
</file>